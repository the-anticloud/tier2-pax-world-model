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01 Architecture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Project: PAX_WORLD_MODEL</a:t>
            </a:r>
          </a:p>
          <a:p>
            <a:r>
              <a:t>Tier: TIER_2_ANTICLOUD_PAX</a:t>
            </a:r>
          </a:p>
          <a:p>
            <a:r>
              <a:t>Identity: First-party project (no upstream clone)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Purpose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Architecture, provenance, and verification.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This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Fact | Value |</a:t>
            </a:r>
          </a:p>
          <a:p>
            <a:r>
              <a:t>| --- | --- |</a:t>
            </a:r>
          </a:p>
          <a:p>
            <a:r>
              <a:t>| Upstream | first-party |</a:t>
            </a:r>
          </a:p>
          <a:p>
            <a:r>
              <a:t>| Commit | NOT YET MEASURED |</a:t>
            </a:r>
          </a:p>
          <a:p>
            <a:r>
              <a:t>| Upstream licence | NOT YET MEASURED |</a:t>
            </a:r>
          </a:p>
          <a:p>
            <a:r>
              <a:t>| Licence class | NOT YET MEASURED |</a:t>
            </a:r>
          </a:p>
          <a:p>
            <a:r>
              <a:t>| Clone size | NOT YET MEASURED |</a:t>
            </a:r>
          </a:p>
          <a:p>
            <a:r>
              <a:t>| Ledger | no ledger file |</a:t>
            </a:r>
          </a:p>
          <a:p>
            <a:r>
              <a:t>| Current TRL | NOT YET MEASURED |</a:t>
            </a:r>
          </a:p>
          <a:p>
            <a:r>
              <a:t>| Post-optimisation TRL | NOT YET MEASURED |</a:t>
            </a:r>
          </a:p>
          <a:p>
            <a:r>
              <a:t>| II budget cap | 750.0 IIU |</a:t>
            </a:r>
          </a:p>
          <a:p>
            <a:r>
              <a:t>| Verified upstream edits | 0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Known gaps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Everything above is read from an artifact. Where this document says</a:t>
            </a:r>
          </a:p>
          <a:p>
            <a:r>
              <a:t>NOT YET MEASURED, the value has not been measured for PAX_WORLD_MODEL as of</a:t>
            </a:r>
          </a:p>
          <a:p>
            <a:r>
              <a:t>generation. Filling those in requires a run or a decision, not editing.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